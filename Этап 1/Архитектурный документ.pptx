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8150B-676A-A165-2A40-AF4ABAC1F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B2E074-42D3-0068-4E29-F4CDE5BDD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EFB514-23B4-51EB-C0C6-5EDB487E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0C9A4-5843-4562-805F-B93997ABA73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7FC45E-02D3-1E81-4970-4DC84E61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D208D4-A007-FDAE-6D83-5C97B947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97F5-6406-46F6-A005-17E28BE29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40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203377-7F43-7441-A991-42F99669D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6FB509-24E7-76F0-037F-DB5DF5AE5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4DBF88-EAD2-CFC9-D126-D41A877FF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0C9A4-5843-4562-805F-B93997ABA73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1EC368-9D99-61EE-F904-1D2DF2B1C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92BEB-4041-34F7-64CD-FE249DFA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97F5-6406-46F6-A005-17E28BE29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24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C63CC-7F74-B0EF-A4AD-71EF21306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C6A1F0-B8D8-1E94-783D-236AC8CAF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3A36E2-E2CC-7A3E-5E2A-ABFDB5F87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0C9A4-5843-4562-805F-B93997ABA73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8F6593-4DF4-3A6A-446A-4BCA111C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82F2E7-19D4-6EAB-AD26-869B9A5BB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97F5-6406-46F6-A005-17E28BE29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20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8FA11E-93B9-CBD4-BACA-32BF8CFB3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CA2475-D2BE-7365-C72C-7F30FA845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D5591A-58CE-C8C0-D5FF-1C354792D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AE5459-03DB-EBC1-39C2-35B32EFE1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0C9A4-5843-4562-805F-B93997ABA73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90E750-727A-1E58-E021-CB6CE9A59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BD53D0-27D7-0548-CDA8-3E057D8AA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97F5-6406-46F6-A005-17E28BE29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51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5A4D2F-59F9-8353-CA56-0E6A3309A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4609BC-C7F6-DA50-14ED-EBE89AEF8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EE89CA-2508-181F-4429-EF778562A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BA211B2-E627-2CB2-43A7-09E089A68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D8B1E4-3F6A-7A2D-50C5-32CA5F594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A6D4AC8-AE83-8EC4-85F9-D15EB9B1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0C9A4-5843-4562-805F-B93997ABA73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AA64ED-8638-F359-C225-EE2A20BB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CCAB367-1807-EA02-3BAC-074124FA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97F5-6406-46F6-A005-17E28BE29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52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1D1BC-6ADC-DFD0-3493-0607323C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7C5F5E1-46D1-7EC2-9A1C-B830B7D7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0C9A4-5843-4562-805F-B93997ABA73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DC5E19-1B17-17B5-DA1F-EDEBE36DB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C7FA50-7ED7-05B6-4E8F-E8D91C130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97F5-6406-46F6-A005-17E28BE29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73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9821502-764F-3D2C-41F6-0DDDE56A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0C9A4-5843-4562-805F-B93997ABA73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D6E5DB-7B9F-2694-B8B5-078BEEFA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00752B-291A-76D3-F26B-D9B943A5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97F5-6406-46F6-A005-17E28BE29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379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28DF4-1EC7-5494-AC84-CCC97A769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BF238F-E0FB-5D5B-43C4-AE320191D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E204BCC-FC67-9082-6B9F-6D6C45E67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9837EC-7505-4EA9-F4B4-18111C0E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0C9A4-5843-4562-805F-B93997ABA73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F59EFD-7FBB-808E-5FD4-A46FAD47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94B4A7-B281-F15F-9C13-43CF821D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97F5-6406-46F6-A005-17E28BE29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968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D1A55-17E7-751A-C91E-AAFE42EE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EA2A6D9-9F53-9769-2D72-AEE50BAEA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93D0A8-FA38-AFC5-0C59-49A5A45F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7D017A-55A1-87A6-0323-997092FC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0C9A4-5843-4562-805F-B93997ABA73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293A5F-5176-D0DF-88D8-7C379A8C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052BA2-49A2-F514-C4E2-4AF6BA7D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97F5-6406-46F6-A005-17E28BE29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68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BBCEC-B386-BC5B-F70D-8306CF10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56683C-7F3F-E28E-ED3D-0EFE07814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6985C9-65E7-20E1-B60B-0C1A4D6EA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0C9A4-5843-4562-805F-B93997ABA73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44DBE8-8E3E-8325-0F27-9FA7E695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7E8ECB-0D8F-5F1F-1EB4-04102E87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97F5-6406-46F6-A005-17E28BE29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82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32D18C7-08D0-7CE1-4B35-DA10C896E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679B4F-3B81-D8BB-C7B8-81D44B5D6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3AD7F3-7D41-613B-A383-7E32DB6AE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0C9A4-5843-4562-805F-B93997ABA73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9A2B62-835E-9347-9E86-4AC7A95F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E7F500-62F8-8292-2D2C-8D2E82A47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797F5-6406-46F6-A005-17E28BE29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56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97B6B-9969-CAF2-EC25-BEA27020B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097861-00D4-E9EC-DC3E-C9AB64E8A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72361-8AC9-E549-1817-7EA4C4EF9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0C9A4-5843-4562-805F-B93997ABA733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1B810D-5A54-B57E-0659-5AA739545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1AC7E2-4769-923F-F1EB-65AD03389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797F5-6406-46F6-A005-17E28BE29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96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uraterut/MetroPulse/tree/main/%D0%AD%D1%82%D0%B0%D0%BF%20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8D2B0-0581-85F2-22AA-600F28D87D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MetroPulse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EE9C21-5D56-E0E8-DEB7-487FBC6E1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08093"/>
          </a:xfrm>
        </p:spPr>
        <p:txBody>
          <a:bodyPr/>
          <a:lstStyle/>
          <a:p>
            <a:pPr algn="r"/>
            <a:r>
              <a:rPr lang="ru-RU" dirty="0"/>
              <a:t>Выполнили</a:t>
            </a:r>
            <a:r>
              <a:rPr lang="en-US" dirty="0"/>
              <a:t>:</a:t>
            </a:r>
            <a:endParaRPr lang="ru-RU" dirty="0"/>
          </a:p>
          <a:p>
            <a:pPr algn="r"/>
            <a:r>
              <a:rPr lang="ru-RU" dirty="0" err="1"/>
              <a:t>Курылин</a:t>
            </a:r>
            <a:r>
              <a:rPr lang="ru-RU" dirty="0"/>
              <a:t> Илья БПИ232</a:t>
            </a:r>
          </a:p>
          <a:p>
            <a:pPr algn="r"/>
            <a:r>
              <a:rPr lang="ru-RU" dirty="0"/>
              <a:t>Леонов Вадим БПИ232</a:t>
            </a:r>
          </a:p>
          <a:p>
            <a:pPr algn="r"/>
            <a:r>
              <a:rPr lang="ru-RU" dirty="0"/>
              <a:t>Чарная Марина БПИ232</a:t>
            </a:r>
          </a:p>
          <a:p>
            <a:pPr algn="r"/>
            <a:r>
              <a:rPr lang="ru-RU" dirty="0"/>
              <a:t>Соколов Артем БПИ232</a:t>
            </a:r>
          </a:p>
        </p:txBody>
      </p:sp>
    </p:spTree>
    <p:extLst>
      <p:ext uri="{BB962C8B-B14F-4D97-AF65-F5344CB8AC3E}">
        <p14:creationId xmlns:p14="http://schemas.microsoft.com/office/powerpoint/2010/main" val="4242679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C2A801-109F-26C7-191C-F5E8F35F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Выбранная методология</a:t>
            </a:r>
            <a:r>
              <a:rPr lang="en-US" dirty="0"/>
              <a:t>: Kimball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EB3E6B-25A0-08D5-FE47-E69A56E62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 нас стабильно небольшое кол-во источников – 2, </a:t>
            </a:r>
            <a:r>
              <a:rPr lang="en-US" dirty="0"/>
              <a:t>Data Vault </a:t>
            </a:r>
            <a:r>
              <a:rPr lang="ru-RU" dirty="0"/>
              <a:t>хорош при большом кол-ве источников</a:t>
            </a:r>
          </a:p>
          <a:p>
            <a:r>
              <a:rPr lang="ru-RU" dirty="0"/>
              <a:t>Нам важна простота запросов, нежели гибкость интеграции</a:t>
            </a:r>
          </a:p>
          <a:p>
            <a:r>
              <a:rPr lang="ru-RU" dirty="0"/>
              <a:t>Наш основной потребитель – бизнес, </a:t>
            </a:r>
            <a:r>
              <a:rPr lang="en-US" dirty="0"/>
              <a:t>Kimball </a:t>
            </a:r>
            <a:r>
              <a:rPr lang="ru-RU" dirty="0"/>
              <a:t>более бизнес-ориентирован</a:t>
            </a:r>
          </a:p>
          <a:p>
            <a:r>
              <a:rPr lang="ru-RU" dirty="0"/>
              <a:t>Поддержка </a:t>
            </a:r>
            <a:r>
              <a:rPr lang="en-US" dirty="0"/>
              <a:t>SCD Type 2 </a:t>
            </a:r>
            <a:r>
              <a:rPr lang="ru-RU" dirty="0"/>
              <a:t>встроена чисто логически</a:t>
            </a:r>
          </a:p>
        </p:txBody>
      </p:sp>
    </p:spTree>
    <p:extLst>
      <p:ext uri="{BB962C8B-B14F-4D97-AF65-F5344CB8AC3E}">
        <p14:creationId xmlns:p14="http://schemas.microsoft.com/office/powerpoint/2010/main" val="1665323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18262D-2FD5-8B68-3216-DBD9C7E29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Общая архитектура </a:t>
            </a:r>
            <a:r>
              <a:rPr lang="en-US" dirty="0"/>
              <a:t>DWH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5AB1E77-85C1-7E77-B45B-726557A343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7389" y="2091265"/>
            <a:ext cx="7497221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8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0A7C5-9E8B-2DFB-EFD3-CF198212B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OLTP / Kafka Events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CB8C4C-EC33-979F-F79D-626F44337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Это слой источников, отсюда к нам поступают данные и события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OLTP </a:t>
            </a:r>
            <a:r>
              <a:rPr lang="ru-RU" dirty="0"/>
              <a:t>база </a:t>
            </a:r>
            <a:r>
              <a:rPr lang="en-US" dirty="0" err="1"/>
              <a:t>metropulse_db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USERS –</a:t>
            </a:r>
            <a:r>
              <a:rPr lang="ru-RU" dirty="0"/>
              <a:t> Информация о пользователе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ROUTES – </a:t>
            </a:r>
            <a:r>
              <a:rPr lang="ru-RU" dirty="0"/>
              <a:t>Информация о маршрутах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VEHICLES – </a:t>
            </a:r>
            <a:r>
              <a:rPr lang="ru-RU" dirty="0"/>
              <a:t>Информация о транспортном средстве</a:t>
            </a:r>
          </a:p>
          <a:p>
            <a:pPr marL="0" indent="0">
              <a:buNone/>
            </a:pPr>
            <a:r>
              <a:rPr lang="en-US" dirty="0"/>
              <a:t>	RIDES – </a:t>
            </a:r>
            <a:r>
              <a:rPr lang="ru-RU" dirty="0"/>
              <a:t>Информация о поездках</a:t>
            </a:r>
          </a:p>
          <a:p>
            <a:pPr marL="0" indent="0">
              <a:buNone/>
            </a:pPr>
            <a:r>
              <a:rPr lang="en-US" dirty="0"/>
              <a:t>	PAYMENTS – </a:t>
            </a:r>
            <a:r>
              <a:rPr lang="ru-RU" dirty="0"/>
              <a:t>Информация о платежах</a:t>
            </a:r>
          </a:p>
          <a:p>
            <a:pPr marL="0" indent="0">
              <a:buNone/>
            </a:pPr>
            <a:r>
              <a:rPr lang="en-US" dirty="0"/>
              <a:t>Kafka Event </a:t>
            </a:r>
            <a:r>
              <a:rPr lang="ru-RU" dirty="0"/>
              <a:t>поступает в топик </a:t>
            </a:r>
            <a:r>
              <a:rPr lang="en-US" dirty="0" err="1"/>
              <a:t>vehicle_positions</a:t>
            </a:r>
            <a:r>
              <a:rPr lang="en-US" dirty="0"/>
              <a:t> – </a:t>
            </a:r>
            <a:r>
              <a:rPr lang="ru-RU" dirty="0"/>
              <a:t>сюда приходит информация о позиции транспортного средства в момент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123723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73A228-4381-F92A-5D8D-72B827EE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Staging DWH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30EB95-FA8E-2BBC-F35B-05BA5BE9F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Слой </a:t>
            </a:r>
            <a:r>
              <a:rPr lang="en-US" dirty="0"/>
              <a:t>“</a:t>
            </a:r>
            <a:r>
              <a:rPr lang="ru-RU" dirty="0"/>
              <a:t>Сырых</a:t>
            </a:r>
            <a:r>
              <a:rPr lang="en-US" dirty="0"/>
              <a:t>”</a:t>
            </a:r>
            <a:r>
              <a:rPr lang="ru-RU" dirty="0"/>
              <a:t> данных, точная копия источника 1 к 1 либо с минимальными преобразованиями, отсюда данные текут дальше в </a:t>
            </a:r>
            <a:r>
              <a:rPr lang="en-US" dirty="0"/>
              <a:t>Core</a:t>
            </a:r>
          </a:p>
          <a:p>
            <a:pPr marL="0" indent="0">
              <a:buNone/>
            </a:pPr>
            <a:r>
              <a:rPr lang="ru-RU" dirty="0"/>
              <a:t>Таблицы</a:t>
            </a:r>
            <a:r>
              <a:rPr lang="en-US" dirty="0"/>
              <a:t>: </a:t>
            </a:r>
            <a:endParaRPr lang="ru-RU" dirty="0"/>
          </a:p>
          <a:p>
            <a:r>
              <a:rPr lang="en-US" dirty="0" err="1"/>
              <a:t>stg_users</a:t>
            </a:r>
            <a:r>
              <a:rPr lang="ru-RU" dirty="0"/>
              <a:t> – Сырые данные о пользователе</a:t>
            </a:r>
          </a:p>
          <a:p>
            <a:r>
              <a:rPr lang="en-US" dirty="0" err="1"/>
              <a:t>stg_routes</a:t>
            </a:r>
            <a:r>
              <a:rPr lang="en-US" dirty="0"/>
              <a:t> </a:t>
            </a:r>
            <a:r>
              <a:rPr lang="ru-RU" dirty="0"/>
              <a:t>– Сырые данные о маршрутах</a:t>
            </a:r>
          </a:p>
          <a:p>
            <a:r>
              <a:rPr lang="en-US" dirty="0" err="1"/>
              <a:t>stg_vehicles</a:t>
            </a:r>
            <a:r>
              <a:rPr lang="en-US" dirty="0"/>
              <a:t> </a:t>
            </a:r>
            <a:r>
              <a:rPr lang="ru-RU" dirty="0"/>
              <a:t>– Сырые данные о транспортах</a:t>
            </a:r>
          </a:p>
          <a:p>
            <a:r>
              <a:rPr lang="en-US" dirty="0" err="1"/>
              <a:t>stg_rides</a:t>
            </a:r>
            <a:r>
              <a:rPr lang="ru-RU" dirty="0"/>
              <a:t> – Сырые данные о поездках</a:t>
            </a:r>
          </a:p>
          <a:p>
            <a:r>
              <a:rPr lang="en-US" dirty="0" err="1"/>
              <a:t>stg_payments</a:t>
            </a:r>
            <a:r>
              <a:rPr lang="en-US" dirty="0"/>
              <a:t> </a:t>
            </a:r>
            <a:r>
              <a:rPr lang="ru-RU" dirty="0"/>
              <a:t>– Сырые данные о платежах</a:t>
            </a:r>
          </a:p>
          <a:p>
            <a:r>
              <a:rPr lang="en-US" dirty="0" err="1"/>
              <a:t>stg_vehicle_positions</a:t>
            </a:r>
            <a:r>
              <a:rPr lang="ru-RU" dirty="0"/>
              <a:t> – Сырые данные о местоположении ТС</a:t>
            </a:r>
          </a:p>
        </p:txBody>
      </p:sp>
    </p:spTree>
    <p:extLst>
      <p:ext uri="{BB962C8B-B14F-4D97-AF65-F5344CB8AC3E}">
        <p14:creationId xmlns:p14="http://schemas.microsoft.com/office/powerpoint/2010/main" val="2488528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50071-19A2-B708-4C53-17576337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DWH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79EF83-5BC8-799E-667B-0CA7D1A76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Сама логическая модель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ru-RU" dirty="0"/>
              <a:t>Таблицы </a:t>
            </a:r>
            <a:r>
              <a:rPr lang="en-US" dirty="0"/>
              <a:t>Dimensions: </a:t>
            </a:r>
            <a:r>
              <a:rPr lang="en-US" dirty="0" err="1"/>
              <a:t>dim_user</a:t>
            </a:r>
            <a:r>
              <a:rPr lang="en-US" dirty="0"/>
              <a:t>, </a:t>
            </a:r>
            <a:r>
              <a:rPr lang="en-US" dirty="0" err="1"/>
              <a:t>dim_route</a:t>
            </a:r>
            <a:r>
              <a:rPr lang="en-US" dirty="0"/>
              <a:t>, </a:t>
            </a:r>
            <a:r>
              <a:rPr lang="en-US" dirty="0" err="1"/>
              <a:t>dim_vehicle</a:t>
            </a:r>
            <a:r>
              <a:rPr lang="en-US" dirty="0"/>
              <a:t>, </a:t>
            </a:r>
            <a:r>
              <a:rPr lang="en-US" dirty="0" err="1"/>
              <a:t>dim_date</a:t>
            </a:r>
            <a:r>
              <a:rPr lang="en-US" dirty="0"/>
              <a:t>, </a:t>
            </a:r>
            <a:r>
              <a:rPr lang="en-US" dirty="0" err="1"/>
              <a:t>dim_time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Таблицы </a:t>
            </a:r>
            <a:r>
              <a:rPr lang="en-US" dirty="0"/>
              <a:t>Facts: </a:t>
            </a:r>
            <a:endParaRPr lang="ru-RU" dirty="0"/>
          </a:p>
          <a:p>
            <a:r>
              <a:rPr lang="en-US" dirty="0" err="1"/>
              <a:t>fact_rides</a:t>
            </a:r>
            <a:r>
              <a:rPr lang="ru-RU" dirty="0"/>
              <a:t> – факт поездки с информацией о маршруте, юзере и </a:t>
            </a:r>
            <a:r>
              <a:rPr lang="ru-RU" dirty="0" err="1"/>
              <a:t>тд</a:t>
            </a:r>
            <a:endParaRPr lang="ru-RU" dirty="0"/>
          </a:p>
          <a:p>
            <a:r>
              <a:rPr lang="en-US" dirty="0" err="1"/>
              <a:t>fact_payments</a:t>
            </a:r>
            <a:r>
              <a:rPr lang="ru-RU" dirty="0"/>
              <a:t> – факт платежа</a:t>
            </a:r>
          </a:p>
          <a:p>
            <a:r>
              <a:rPr lang="en-US" dirty="0" err="1"/>
              <a:t>fact_vehicle_movement</a:t>
            </a:r>
            <a:r>
              <a:rPr lang="ru-RU" dirty="0"/>
              <a:t> – агрегированные факты </a:t>
            </a:r>
            <a:r>
              <a:rPr lang="ru-RU"/>
              <a:t>движения транспорта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860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315E5-BEB9-9F50-0EE6-25B5E55A1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SCD Type 2 </a:t>
            </a:r>
            <a:r>
              <a:rPr lang="ru-RU" dirty="0"/>
              <a:t>для </a:t>
            </a:r>
            <a:r>
              <a:rPr lang="en-US" dirty="0"/>
              <a:t>Routes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482FB9-86C0-C29F-8134-56ACB8086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Поездка будет ссылаться на версию маршрута. Версия имеет доп поля – </a:t>
            </a:r>
            <a:r>
              <a:rPr lang="en-US" dirty="0" err="1"/>
              <a:t>valid_from</a:t>
            </a:r>
            <a:r>
              <a:rPr lang="en-US" dirty="0"/>
              <a:t>, </a:t>
            </a:r>
            <a:r>
              <a:rPr lang="en-US" dirty="0" err="1"/>
              <a:t>valid_to</a:t>
            </a:r>
            <a:r>
              <a:rPr lang="en-US" dirty="0"/>
              <a:t>, </a:t>
            </a:r>
            <a:r>
              <a:rPr lang="en-US" dirty="0" err="1"/>
              <a:t>is_current</a:t>
            </a:r>
            <a:r>
              <a:rPr lang="en-US" dirty="0"/>
              <a:t>. </a:t>
            </a:r>
            <a:r>
              <a:rPr lang="ru-RU" dirty="0"/>
              <a:t>Будет достаточно просто отслеживать историю изменений цен или маршрутов.</a:t>
            </a:r>
          </a:p>
        </p:txBody>
      </p:sp>
    </p:spTree>
    <p:extLst>
      <p:ext uri="{BB962C8B-B14F-4D97-AF65-F5344CB8AC3E}">
        <p14:creationId xmlns:p14="http://schemas.microsoft.com/office/powerpoint/2010/main" val="3890604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049B16-DAB5-60C3-A268-F3B2BCF3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DDL </a:t>
            </a:r>
            <a:r>
              <a:rPr lang="ru-RU" dirty="0"/>
              <a:t>Скрипты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72E6E5-14FB-E264-48A1-A7BF425C5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https://github.com/kuraterut/MetroPulse/tree/main/%D0%AD%D1%82%D0%B0%D0%BF%201</a:t>
            </a:r>
            <a:endParaRPr lang="ru-RU" dirty="0"/>
          </a:p>
          <a:p>
            <a:endParaRPr lang="ru-RU" dirty="0"/>
          </a:p>
          <a:p>
            <a:r>
              <a:rPr lang="ru-RU" dirty="0"/>
              <a:t>Обратите внимание, что таблица </a:t>
            </a:r>
            <a:r>
              <a:rPr lang="en-US" dirty="0" err="1"/>
              <a:t>dim_route</a:t>
            </a:r>
            <a:r>
              <a:rPr lang="en-US" dirty="0"/>
              <a:t> </a:t>
            </a:r>
            <a:r>
              <a:rPr lang="ru-RU" dirty="0"/>
              <a:t>уже в форме </a:t>
            </a:r>
            <a:r>
              <a:rPr lang="en-US" dirty="0"/>
              <a:t>SCD Type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47020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356</Words>
  <Application>Microsoft Office PowerPoint</Application>
  <PresentationFormat>Широкоэкранный</PresentationFormat>
  <Paragraphs>43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MetroPulse</vt:lpstr>
      <vt:lpstr>Выбранная методология: Kimball</vt:lpstr>
      <vt:lpstr>Общая архитектура DWH</vt:lpstr>
      <vt:lpstr>OLTP / Kafka Events</vt:lpstr>
      <vt:lpstr>Staging DWH</vt:lpstr>
      <vt:lpstr>Core DWH</vt:lpstr>
      <vt:lpstr>SCD Type 2 для Routes</vt:lpstr>
      <vt:lpstr>DDL Скрипты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ilia</dc:creator>
  <cp:lastModifiedBy>ilia</cp:lastModifiedBy>
  <cp:revision>6</cp:revision>
  <dcterms:created xsi:type="dcterms:W3CDTF">2025-12-13T09:16:11Z</dcterms:created>
  <dcterms:modified xsi:type="dcterms:W3CDTF">2025-12-13T10:15:40Z</dcterms:modified>
</cp:coreProperties>
</file>